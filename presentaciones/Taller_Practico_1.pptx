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Proyecta el agente ya funcionando antes de empezar. Reglas: no se instala nada, no hay que saber programar, si algo falla mano arriba de inmediato.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mínimo de la hora: que todos vean su agente llamar a una herramienta.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vas atrasado, recorta el TU TURNO del bloque 4, nunca la lectura de la traza.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Hazlo tú en vivo una vez, da 8 minutos y circula. Minuto 16: corta y pasa a modo simulado a quien no lo tenga.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a la sala qué les respondió ANTES de explicar. Que vean que no todos recibieron lo mismo: eso introduce el no-determinismo.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breve pero valioso. Los notebooks del taller ya usan la versión correcta: a ellos no les va a fallar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Señala los cuatro números en pantalla. No entres en el detalle del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Léela en voz alta con ellos señalando en el proyector. Es el momento central de la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Circula. Pregunta: ¿qué otra cosa le preguntarías tú a la biblioteca?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59536"/>
            <a:ext cx="2414016" cy="8869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2500" y="1968500"/>
            <a:ext cx="965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INTELIGENCIA ARTIFICIAL BÁSICO-MEDIO   ·   SESIÓN PRÁCTICA 1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52500" y="2362200"/>
            <a:ext cx="1054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Construye tu Primer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 de IA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952500" y="3911600"/>
            <a:ext cx="1054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un modelo que solo habla a un agente que consulta y actúa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52500" y="56642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DUOC UC  ·  Curso de IA Aplicando Agentes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50000" y="5664200"/>
            <a:ext cx="53365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ENCUADRE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2/18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Objetivos de la sesión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esperado · Construir y ejecutar un agente con una herramienta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4173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Configurar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5059680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propia llave de Groq y el entorno de trabajo en Google Colab.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95060" y="2331720"/>
            <a:ext cx="5491480" cy="14173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36360" y="29159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Comprobar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436360" y="3220720"/>
            <a:ext cx="5059680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un modelo de lenguaje por sí solo no basta para tareas reales.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02920" y="3949700"/>
            <a:ext cx="5491480" cy="14173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8020" y="408686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8020" y="4086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44220" y="453390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Escribir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744220" y="4838700"/>
            <a:ext cx="5059680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herramienta en Python y conectarla a un agente con el decorador @tool.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195060" y="3949700"/>
            <a:ext cx="5491480" cy="14173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60160" y="408686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60160" y="4086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36360" y="453390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Leer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436360" y="4838700"/>
            <a:ext cx="5059680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 Pensamiento → Acción → Observación que el agente imprime al trabajar.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DE LA SESIÓN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3/18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Agenda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bloques en 60 minutos: de la llave al agente funcionando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Puesta en marcha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1-4 · cuenta de Groq, llave y Secrets de Colab  ·  13 min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solo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5 · qué pasa cuando no tiene herramientas  ·  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herramienta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6-7 · @tool, la función y su descripción  ·  10 min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8-11 · armarlo, ejecutarlo y leer la traza  ·  24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0 · PUESTA EN MARCHA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4/18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Llave de Groq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ocurre en el navegador: no hay nada que instalar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77165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la cuenta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03170" y="4902200"/>
            <a:ext cx="20345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03170" y="4902200"/>
            <a:ext cx="20345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Guardar el secreto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76631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6631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0 · CONFIGURACIÓN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5/18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obtener tu llave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y 2 del notebook · gratis y sin tarjeta de crédito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1.1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Crear cuenta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a console.groq.com y regístrate con tu correo.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97680" y="233172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6278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27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1.4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53898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Generar la llave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538980" y="322072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Keys → Create API Key. Cópiala: empieza por gsk_ y no se vuelve a mostrar.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92440" y="233172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5754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575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833374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Abrir Secrets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333740" y="322072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Colab, barra lateral izquierda, en el ícono de llave.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385826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8020" y="399542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8020" y="3995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2.4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744220" y="444246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Nombrarla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744220" y="474726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Name escribe exactamente GROQ_API_KEY. En Value pega tu llave.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297680" y="385826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62780" y="399542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62780" y="3995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2.6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4538980" y="444246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Dar acceso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4538980" y="474726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 el interruptor Notebook access. Sin esto el notebook no la ve.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8092440" y="3858260"/>
            <a:ext cx="3594100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257540" y="399542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57540" y="3995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</a:t>
            </a:r>
            <a:endParaRPr lang="en-US" sz="850" dirty="0"/>
          </a:p>
        </p:txBody>
      </p:sp>
      <p:sp>
        <p:nvSpPr>
          <p:cNvPr id="37" name="Text 34"/>
          <p:cNvSpPr txBox="1"/>
          <p:nvPr/>
        </p:nvSpPr>
        <p:spPr>
          <a:xfrm>
            <a:off x="8333740" y="444246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Comprobar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8333740" y="4747260"/>
            <a:ext cx="31623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 los Pasos 3 y 4. Debe aparecer «Llave cargada correctamente».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02920" y="52603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782320" y="52603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2.6 es el crítico: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guardar el secreto no basta — hay que darle acceso al notebook con el interruptor.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0 · PLAN B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6/18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no lo consigues, sigues igual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notebook detecta que falta la llave y activa un modo de respaldo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 llave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de lenguaje razona de verdad, elige la herramienta y encadena pasos. Es lo que necesitas para la tarea evaluada.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simulado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agente de respaldo sin modelo: elige la herramienta por palabras clave. No razona, pero te deja hacer la clase completa.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 quedes atrás: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 igual, sigue la sesión y resolvemos tu llave al final o durante el fin de semana.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EL PROBLEMA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7/18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Solo No Basta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hace falta darle herramientas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prueba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97739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97739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motivo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451860" y="4902200"/>
            <a:ext cx="177165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51860" y="49022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consecuencia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LA PRUEBA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8/18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preguntamos la hora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pregunta, con y sin herramientas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de lenguaje solo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«No tengo acceso a la hora actual» — o peor: inventa una fecha.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consulta nada. Todo lo que sabe viene de su entrenamiento, que terminó hace meses.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 con una herramienta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«Hoy es viernes 04-09-2026 y son las 10:15.»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Decidió que necesitaba consultar, llamó a la función y respondió con el dato real.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diferencia: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no sabe más — sabe cuándo preguntar.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AVISO TÉCNICO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9/18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código de la teoría cambió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 1.0 movió estas funciones a otro paquete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591810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dice la sesión teórica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94730" y="2331720"/>
            <a:ext cx="5591810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34430" y="233172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ejecuta hoy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843530"/>
            <a:ext cx="559181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2620" y="284353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langchain.agents import initialize_agent, Tool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094730" y="2843530"/>
            <a:ext cx="559181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34430" y="284353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langchain_classic.agents import ...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3355340"/>
            <a:ext cx="559181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2620" y="335534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langchain.memory import ConversationBufferMemory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94730" y="3355340"/>
            <a:ext cx="559181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34430" y="335534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langchain_classic.memory import ...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867150"/>
            <a:ext cx="559181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86715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langchain.agents import AgentExecutor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94730" y="3867150"/>
            <a:ext cx="559181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34430" y="386715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langchain_classic.agents import ...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02920" y="4378960"/>
            <a:ext cx="559181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2620" y="437896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llama-3.1  (retirados en agosto 2026)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094730" y="4378960"/>
            <a:ext cx="559181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34430" y="4378960"/>
            <a:ext cx="531241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openai/gpt-oss-120b  y  openai/gpt-oss-20b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02920" y="525653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2320" y="525653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importa: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IA las librerías cambian cada pocos meses. Entiende qué hace cada pieza — el import se busca.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HERRAMIENTAS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10/18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 una Herramienta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función normal de Python con una etiqueta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50876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50876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decorador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240280" y="4902200"/>
            <a:ext cx="168402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40280" y="4902200"/>
            <a:ext cx="168402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descripción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5290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5290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prueba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ANATOMÍA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11/18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Anatomía de una herramienta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partes, y la tercera es la que decide todo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11183620" cy="2103120"/>
          </a:xfrm>
          <a:prstGeom prst="roundRect">
            <a:avLst>
              <a:gd name="adj" fmla="val 3478"/>
            </a:avLst>
          </a:prstGeom>
          <a:solidFill>
            <a:srgbClr val="F5F5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2320" y="2534920"/>
            <a:ext cx="10624820" cy="169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langchain_core.tools import tool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el decorador que la convierte en herramienta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F3B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# (1) la etiqueta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hora_actual() -&gt; str: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F3B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# (2) el nombre que usa el agente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"""Devuelve la fecha y la hora actual en Chile.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Usala siempre que te pregunten que dia es o que hora es."""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F3B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(3)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ahora = datetime.now(ZoneInfo('America/Santiago'))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f'Hoy es {ahora:%A %d-%m-%Y} y son las {ahora:%H:%M}.'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80060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2320" y="480060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clave: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nunca lee el código de la función — solo lee la descripción del punto (3).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LA DESCRIPCIÓN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12/18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descripción es la interfaz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lo único que el modelo ve de tu herramienta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Descripción pobre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"""Devuelve datos."""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no tiene forma de saber cuándo usarla. La ignorará, o la usará donde no corresponde.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Descripción útil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"""Devuelve la hora actual en Chile. Úsala cuando pregunten qué hora es o si algo ya cerró."""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Dice cuándo, no solo qué.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Dicho de otro modo: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frase es el contrato entre el lenguaje humano y tu código.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EL AGENTE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13/18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Armar y Ejecutar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+ herramientas + instrucciones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94691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94691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piezas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78430" y="4902200"/>
            <a:ext cx="11582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78430" y="4902200"/>
            <a:ext cx="11582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065270" y="4902200"/>
            <a:ext cx="11582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65270" y="4902200"/>
            <a:ext cx="11582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CONSTRUCCIÓN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14/18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Las cuatro piezas del agente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literalmente lo que dice el nombre de cada función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ChatPromptTemplate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instrucciones fijas del agente y los huecos que se rellenan en cada consulta.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ChatGroq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que razona. temperature=0 para que sea lo más predecible posible.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create_openai_tools_agent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cerebro: sabe qué herramienta hace falta, pero no puede ejecutarla.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AgentExecutor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motor: ejecuta el ciclo hasta terminar. verbose=True imprime la traza.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LA TRAZA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15/18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leer lo que aparece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pensando en voz alta: eso es el ciclo ReAct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144465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dice la pantalla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47385" y="2331720"/>
            <a:ext cx="6039155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87085" y="233172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está pasando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84353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2620" y="284353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Entering new AgentExecutor chain...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647385" y="2843530"/>
            <a:ext cx="603915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87085" y="284353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el ciclo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3355340"/>
            <a:ext cx="5144465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2620" y="335534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Invoking: hora_actual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47385" y="3355340"/>
            <a:ext cx="6039155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87085" y="335534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— el modelo decidió que necesita esa herramienta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86715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86715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es viernes 04-09-2026 y son las 10:15.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47385" y="3867150"/>
            <a:ext cx="603915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87085" y="386715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— el resultado real de ejecutar tu función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02920" y="4378960"/>
            <a:ext cx="5144465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2620" y="437896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este momento son las 10:15 del viernes.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647385" y="4378960"/>
            <a:ext cx="6039155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87085" y="437896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— ya tiene el dato y responde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02920" y="489077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2620" y="489077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Finished chain.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47385" y="4890770"/>
            <a:ext cx="603915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787085" y="4890770"/>
            <a:ext cx="575975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Terminó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LA IDEA CLAVE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16/18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nunca ejecutó tu código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dijo qué función hacía falta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hizo el modelo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Leyó la pregunta, leyó las descripciones de las herramientas disponibles y dijo: «necesito llamar a hora_actual».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3898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hizo tu programa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3898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AgentExecutor recibió esa decisión, ejecutó la función de verdad y le devolvió el resultado al modelo.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09244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374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qué importa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33374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 decides qué herramientas existen y qué puede hacer cada una. Esa separación es lo que hace que un agente se pueda controlar.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ACTIVACIÓN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1  ·  17/18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turno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10 · una herramienta que consulta un catálogo real de 40 millones de libros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10.1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Catálogo real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buscar_libro consulta Open Library de verdad: autor, año y ediciones. Sin llave.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10.2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Cámbiala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Otro título, otro número de resultados. Los datos que vuelven son reales.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10.2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Rompe la descripción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Déjala vaga a propósito y observa si el agente sigue eligiéndola.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10.3</a:t>
            </a:r>
            <a:endParaRPr lang="en-US" sz="75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Otra API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Wikipedia, mindicador.cl, feriados de Chile. Todas gratis y sin llave.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4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558800"/>
            <a:ext cx="1651000" cy="60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6000" y="13970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Hasta el lunes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1016000" y="2336800"/>
            <a:ext cx="1016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11 · Archivo → Guardar una copia en Drive. Sin eso, pierdes todo lo de hoy.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382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430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construiste hoy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herramientas con @tool —el reloj real y un catálogo de 40 millones de libros— y la traza ReAct funcionando.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450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498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viene el lunes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98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Varias herramientas a la vez, encadenamiento de pasos, memoria conversacional y límites de seguridad.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518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566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del lunes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3566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trabajaste en modo simulado, resuelve tu llave de Groq. El lunes la vas a necesitar sí o sí.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Taller Práctico 1 — Construye tu primer agente</dc:title>
  <dc:subject>PptxGenJS Presentation</dc:subject>
  <dc:creator>DUOC UC · Bibliotecas</dc:creator>
  <cp:lastModifiedBy>DUOC UC · Bibliotecas</cp:lastModifiedBy>
  <cp:revision>1</cp:revision>
  <dcterms:created xsi:type="dcterms:W3CDTF">2026-09-07T17:47:23Z</dcterms:created>
  <dcterms:modified xsi:type="dcterms:W3CDTF">2026-09-07T17:47:23Z</dcterms:modified>
</cp:coreProperties>
</file>
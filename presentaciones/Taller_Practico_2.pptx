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Repaso en cuatro palabras y adelante: herramienta, modelo, AgentExecutor, ciclo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Detén la clase aquí y señala los DOS Invoking. Es el concepto central de la sesión. Si a alguien le salió distinto, úsalo para hablar de alucinación.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fracaso, después la solución. Deja el silencio tras la pregunta «¿por qué no lo sabe?».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en voz alta: dominio libre, hay plantilla, y hay que entregarlo EJECUTADO. Define y anuncia la fecha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59536"/>
            <a:ext cx="2414016" cy="8869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500" y="196850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 BÁSICO-MEDIO   ·   SESIÓN PRÁCTICA 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52500" y="2362200"/>
            <a:ext cx="1054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Herramientas,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 y Límites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52500" y="3911600"/>
            <a:ext cx="1054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agente tiene que elegir, recordar y contenerse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52500" y="56642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 ·  Curso de IA Aplicando Agentes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0000" y="5664200"/>
            <a:ext cx="53365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ENCUADRE · REPASO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construiste el viernes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piezas, en una mirada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10661" y="2331720"/>
            <a:ext cx="8275879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0361" y="233172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10661" y="284353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50361" y="284353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de Python con @tool. El modelo la elige por su descripción.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410661" y="335534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50361" y="335534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razona y decide. Nunca ejecuta código.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AgentExecutor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410661" y="386715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50361" y="386715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que sí ejecuta la herramienta y devuelve el resultado al modelo.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410661" y="437896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50361" y="437896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Observación, repetido hasta responder.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cambia una cosa: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ya no tendrá una herramienta, sino varias — y tendrá que elegir.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bloques en 60 minutos, y el cierre con la tarea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elige entre tres y encadena dos en una consulta  ·  20 min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olvida y cómo hacer que recuerde  ·  15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tipos, y cuál es el que de verdad protege  ·  15 min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 y tarea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y el encargo evaluado  · 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ORQUESTACIÓN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Elige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y una decisión en cada consulta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tools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33350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333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elige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97764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LAS HERRAMIENTAS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herramientas de biblioteca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Fíjate en que la tercera no es como las otras 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buscar_libro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REAL — Open Library, 40 millones de libros.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78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7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3898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salas_disponibles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53898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SIMULADA — DUOC no tiene API pública de salas.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9244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5754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575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33374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reservar_sala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33374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SIMULADA, y menos mal: cambia el estado del mundo. Volvemos en el módulo 3.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es una función de Python: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leer un diccionario o llamar a una API real. Al agente le da igual: solo ve lo que devuelve.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 DECISIÓN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¿Cómo sabe cuál usar?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reglas ni condicionales: solo lee y decide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recibe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pregunta, y la lista de herramientas disponibles con el nombre y la descripción de cada una. Nada más: no ve el código.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devuelve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 de la herramienta que quiere usar y los argumentos con que llamarla. No la ejecuta: solo lo pide.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ahí que la descripción sea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tool mal descrita es una tool que el agente no va a usar nunca.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ENCADENAMIENTO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herramientas, una consulta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«Necesito Sapiens y además una sala a las 16:00»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Entering new AgentExecutor chain...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buscar_libro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{"titulo": "Sapiens"}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Encontre 2320 resultados: Sapiens de Yuval Noah Harari, 2011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salas_disponibles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{"hora": "16:00"}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las 16:00 estan libres: Sala 204, Sala 301.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Finished chain.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80060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80060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le dijo el orden: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tu consulta, vio que tenía dos partes y decidió él la secuencia. Eso es orquestación.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MEMORIA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8/18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Hacer que Recuerde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empezaba de cero hasta ahora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olvido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97739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739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23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423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EL OLVIDO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9/18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lo acabas de decir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turnos seguidos, y el agente no sabe tu nombre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«Hola, me llamo Camila y busco el libro Sapiens.»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busca el libro y responde correctamente.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«¿Cómo me llamo?»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tengo esa información.»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Acaba de olvidarlo todo.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motivo: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llamada a invoke es independiente. Lo único que recibe el modelo es el mensaje de ese turno.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SOLUCIÓN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10/18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memoria es una lista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magia: son los mensajes anteriores, reenviados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1778000"/>
          </a:xfrm>
          <a:prstGeom prst="roundRect">
            <a:avLst>
              <a:gd name="adj" fmla="val 4114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 = []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# aqui vive la memoria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conversar(agente, mensaje, historial):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respuesta = preguntar(agente, mensaje, historial)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le pasamos lo anterior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historial.append(HumanMessage(content=mensaje))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lo que dijo la persona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historial.append(AIMessage(content=respuesta))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lo que respondio el agente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respuesta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47548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47548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de Python que se vuelve a mandar entera en cada turno.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CONSECUENCIA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11/18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se reenvía entera, cuesta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no es gratis, y ahí está el problema real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Cuesta más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turno manda toda la conversación previa. Más texto enviado son más tokens, y más tokens es más dinero.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llena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tiene un límite de cuánto texto puede recibir. En algún momento la conversación ya no cabe.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eso se resume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reales no guardan todo: resumen lo viejo o guardan solo lo relevante. Ese es el problema que resuelven las memorias avanzadas.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RESPONSABILIDAD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Ponerle Límites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haga lo que no debe hacer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50876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5087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Cuál protege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52900" y="4902200"/>
            <a:ext cx="107061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2900" y="4902200"/>
            <a:ext cx="107061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LOS TRES LÍMITES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límites, no uno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basta solo, por eso van los tres a la vez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131414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34334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4034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42075" y="2331720"/>
            <a:ext cx="514446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81775" y="233172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evita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de confirmar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34334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74034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system prompt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42075" y="284353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81775" y="284353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actúe sin permiso de la persona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3131414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max_iterations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34334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74034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AgentExecutor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542075" y="335534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81775" y="335534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entre en bucle infinito y gaste tu cupo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en la función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34334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774034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herramienta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42075" y="386715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81775" y="386715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un dato inventado cause daño real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74472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82320" y="474472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tercero es el que importa: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del prompt es una sugerencia y el modelo puede ignorarla. Un if no se ignora.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IDEA CLAVE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propone, tu código dispone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frase que resume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decidió qué hacer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la consulta, eligió la herramienta y propuso los argumentos con que llamarla.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decidiste qué es posible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escribiste las herramientas y sus validaciones definiste el universo completo de lo que el agente puede hacer.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ahí se sigue todo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agente nunca es más peligroso que las herramientas que le diste. Si no le das una tool para borrar, no puede borrar.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ACTIVACIÓN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para el mismo agente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B-045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renovar_prestamo funciona: el préstamo se renueva y ves el resultado.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B-112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ya se renovó dos veces. La herramienta lo rechaza.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Fíjate quién dijo que no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fue el modelo. Fue el if que escribiste tú dentro de la función.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Ahora la tuya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buscar_por_autor, multa_pendiente, computadores_libres... lo que se te ocurra.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SÍNTESIS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Tabla resumen del taller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construiste en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460396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963316" y="2331720"/>
            <a:ext cx="492079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03016" y="233172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4109" y="2331720"/>
            <a:ext cx="380243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3809" y="233172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lo viste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63316" y="284353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3016" y="284353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de Python: un dict o una API real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4109" y="284353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23809" y="284353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buscar_libro → Open Library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Encadenamiento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963316" y="335534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103016" y="335534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tools seguidas en una sola consulta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84109" y="335534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3809" y="335534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 + sala a las 16:00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963316" y="386715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03016" y="386715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mensajes que se reenvía cada turno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884109" y="386715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23809" y="386715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con HumanMessage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63316" y="437896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03016" y="437896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Instrucción, tope de pasos o validación en el código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884109" y="437896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3809" y="437896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reservar_sala, renovar_prestamo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89077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42620" y="489077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63316" y="489077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03016" y="489077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884109" y="489077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023809" y="489077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 con verbose=True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TAREA EVALUADA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propio agente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libre · 100 puntos, el 100% de la nota del curso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78285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285773" y="2331720"/>
            <a:ext cx="883506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425473" y="233172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120833" y="2331720"/>
            <a:ext cx="1565707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260533" y="233172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85773" y="284353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25473" y="284353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propias con @tool y buena descripción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20833" y="284353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60533" y="284353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285773" y="335534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425473" y="335534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consulta que encadene al menos dos de ellas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120833" y="335534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60533" y="335534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285773" y="386715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425473" y="386715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turnos con memoria, donde el turno 3 dependa del 1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0120833" y="386715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60533" y="386715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285773" y="437896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25473" y="437896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límite explícito que se vea actuando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20833" y="437896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60533" y="437896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quinto, otros 20: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párrafo de máx. 150 palabras con un riesgo de TU agente y cómo lo mitigarías. Se aprueba con 60.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4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58800"/>
            <a:ext cx="1651000" cy="60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" y="1397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Hasta aquí el taller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368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tu copia en Drive: Archivo → Guardar una copia en Drive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382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te llevas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Sabes construir un agente con varias herramientas, darle memoria y ponerle límites que de verdad se cumplen.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450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498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entrega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98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de Colab ejecutado, con los resultados visibles, compartido como «cualquier persona con el enlace».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518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566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te atascas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6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igual lo que alcanzaste y documenta qué falló. Esa lectura crítica también puntúa en la rúbrica.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Práctico 2 — Varias herramientas, memoria y límites</dc:title>
  <dc:subject>PptxGenJS Presentation</dc:subject>
  <dc:creator>DUOC UC · Bibliotecas</dc:creator>
  <cp:lastModifiedBy>DUOC UC · Bibliotecas</cp:lastModifiedBy>
  <cp:revision>1</cp:revision>
  <dcterms:created xsi:type="dcterms:W3CDTF">2026-09-04T18:17:57Z</dcterms:created>
  <dcterms:modified xsi:type="dcterms:W3CDTF">2026-09-04T18:17:57Z</dcterms:modified>
</cp:coreProperties>
</file>